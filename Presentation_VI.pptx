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761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256032"/>
            <a:ext cx="164592" cy="164592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45552" y="256032"/>
            <a:ext cx="164592" cy="164592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01584" y="256032"/>
            <a:ext cx="164592" cy="164592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57616" y="256032"/>
            <a:ext cx="164592" cy="164592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13648" y="256032"/>
            <a:ext cx="164592" cy="164592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869680" y="256032"/>
            <a:ext cx="164592" cy="164592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Dữ Liệu Bán Hàng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Thương Mại Điện Tử Thời Trang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Thương hiệu thời trang Ấn Độ  |  Tháng 6/2021 – Tháng 6/2022  |  8 Nền tảng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246120"/>
            <a:ext cx="1920240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₹85.4 Triệu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3822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Doanh Thu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3246120"/>
            <a:ext cx="1920240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5176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107.365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651760" y="3822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Hàng Hợp Lệ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3246120"/>
            <a:ext cx="1920240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Sàn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00600" y="3822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Bán Hàng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3246120"/>
            <a:ext cx="1920240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3291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9.173 SKU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49440" y="3822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Theo Dõi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Tổng Quan Dữ Liệu &amp; Data Cleaning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206240" cy="15727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206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 Report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128.975 → 107.365 dòng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3986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T3–T6/2022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3986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Loại Cancelled, Pending &amp; null Amount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18304" y="914400"/>
            <a:ext cx="4206240" cy="15727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18304" y="914400"/>
            <a:ext cx="420624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28032" y="91440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1316736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37.432 → 18.635 dòng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609344"/>
            <a:ext cx="3986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T6/2021–T5/2022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8032" y="1847088"/>
            <a:ext cx="3986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Fix kiểu dữ liệu, loại dòng header lẫn vào 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743200"/>
            <a:ext cx="4206240" cy="15727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743200"/>
            <a:ext cx="4206240" cy="347472"/>
          </a:xfrm>
          <a:prstGeom prst="rect">
            <a:avLst/>
          </a:prstGeom>
          <a:solidFill>
            <a:srgbClr val="6B89C4"/>
          </a:solidFill>
          <a:ln w="12700">
            <a:solidFill>
              <a:srgbClr val="6B8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74320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giá May-2022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145536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1.330 SKU × 8 sàn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438144"/>
            <a:ext cx="3986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nền tảng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675888"/>
            <a:ext cx="3986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Unpivot 8 cột MRP thành cột Platform + MRP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18304" y="2743200"/>
            <a:ext cx="4206240" cy="15727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18304" y="2743200"/>
            <a:ext cx="420624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28032" y="274320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(Sale Report)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3145536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9.271 → 9.173 dòng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28032" y="3438144"/>
            <a:ext cx="3986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hiện tại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28032" y="3675888"/>
            <a:ext cx="3986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Loại null SKU, fix kiểu Stock → Whole Number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032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cleaning: Power Query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Phân Tích Doanh Thu Theo Danh Mục</a:t>
            </a:r>
            <a:endParaRPr lang="en-US" sz="1900" dirty="0"/>
          </a:p>
        </p:txBody>
      </p:sp>
      <p:pic>
        <p:nvPicPr>
          <p:cNvPr id="4" name="Image 0" descr="/home/claude/charts/chart1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41248"/>
            <a:ext cx="5303520" cy="2230198"/>
          </a:xfrm>
          <a:prstGeom prst="rect">
            <a:avLst/>
          </a:prstGeom>
        </p:spPr>
      </p:pic>
      <p:pic>
        <p:nvPicPr>
          <p:cNvPr id="5" name="Image 1" descr="/home/claude/charts/chart6_pi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6032" y="3162886"/>
            <a:ext cx="5303520" cy="178401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42432" y="841248"/>
            <a:ext cx="3218688" cy="41148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833872" y="932688"/>
            <a:ext cx="3035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chính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870448" y="1463040"/>
            <a:ext cx="118872" cy="1188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053328" y="1389888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+ Kurta = 77% doanh thu → rủi ro tập trung cao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870448" y="2121408"/>
            <a:ext cx="118872" cy="11887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053328" y="2048256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Dress: AOV ₹765 — cao nhất, cơ hội mở rộng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870448" y="2779776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053328" y="2706624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Saree AOV ₹801 nhưng chỉ 0.2% doanh thu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870448" y="3438144"/>
            <a:ext cx="118872" cy="1188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053328" y="336499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cao hơn B2C 8% về AOV (₹702 vs ₹648)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742432" y="4206240"/>
            <a:ext cx="321868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779008" y="4206240"/>
            <a:ext cx="31455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₹649 AOV  ·  107K Đơn hàng  ·  9 Danh mục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Xu Hướng Doanh Thu Theo Tháng</a:t>
            </a:r>
            <a:endParaRPr lang="en-US" sz="1900" dirty="0"/>
          </a:p>
        </p:txBody>
      </p:sp>
      <p:pic>
        <p:nvPicPr>
          <p:cNvPr id="4" name="Image 0" descr="/home/claude/charts/chart2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41248"/>
            <a:ext cx="58521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91072" y="841248"/>
            <a:ext cx="2670048" cy="32918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82512" y="93268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xu hướng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82512" y="1463040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28816" y="1389888"/>
            <a:ext cx="23591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4/2022 đạt đỉnh ₹25.7M — nhiều khả năng do mùa cưới hỏi và lễ hội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82512" y="2084832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28816" y="2011680"/>
            <a:ext cx="23591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giảm liên tiếp: -8.6% (T5) và -13% (T6) so với tháng trước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382512" y="2706624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28816" y="2633472"/>
            <a:ext cx="23591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3 chỉ có 1 ngày dữ liệu — không phải mức thấp thật sự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82512" y="3328416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28816" y="3255264"/>
            <a:ext cx="23591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mùa vụ rõ ràng: cần chuẩn bị hàng hóa trước tháng 4 hằng năm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" y="4279392"/>
            <a:ext cx="2724912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56032" y="4279392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₹25.7M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56032" y="4608576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Đỉnh tháng 4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36392" y="4279392"/>
            <a:ext cx="2724912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136392" y="4279392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136392" y="4608576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T4→T6 giảm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16752" y="4279392"/>
            <a:ext cx="2724912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16752" y="4279392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₹85.4M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016752" y="4608576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cộng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Phân Tích Giá Theo Nền Tảng</a:t>
            </a:r>
            <a:endParaRPr lang="en-US" sz="1900" dirty="0"/>
          </a:p>
        </p:txBody>
      </p:sp>
      <p:pic>
        <p:nvPicPr>
          <p:cNvPr id="4" name="Image 0" descr="/home/claude/charts/chart3_plat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41248"/>
            <a:ext cx="530352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42432" y="841248"/>
            <a:ext cx="3218688" cy="148132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33872" y="914400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thể: Giá khá đồng đều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33872" y="1234440"/>
            <a:ext cx="3035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giá trung bình toàn danh mục chỉ ₹15 (Amazon ₹2.248 vs Myntra ₹2.233). Chính sách giá nhất quán ở cấp độ tổng thể.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742432" y="2468880"/>
            <a:ext cx="3218688" cy="1645920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42432" y="2468880"/>
            <a:ext cx="3218688" cy="3291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33872" y="2468880"/>
            <a:ext cx="3035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 có vấn đề ẩn bên dưới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33872" y="283464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 SKU (242 sản phẩm)</a:t>
            </a: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có chênh lệch giá giữa các sàn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33872" y="3200400"/>
            <a:ext cx="3035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TB: 9.2%  ·  Tối đa: 47.2%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tương tự có thể rẻ hơn gần 50% ở sàn khác — gây mất niềm tin.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6032" y="4041648"/>
            <a:ext cx="8631936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4048" y="4041648"/>
            <a:ext cx="8375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nghị R2: Chuẩn hóa MRP cho 242 SKU không nhất quán — sai lệch cho phép ≤2% giữa các nền tảng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Phân Tích Rủi Ro Tồn Kho</a:t>
            </a:r>
            <a:endParaRPr lang="en-US" sz="1900" dirty="0"/>
          </a:p>
        </p:txBody>
      </p:sp>
      <p:pic>
        <p:nvPicPr>
          <p:cNvPr id="4" name="Image 0" descr="/home/claude/charts/chart4_inven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41248"/>
            <a:ext cx="594360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82512" y="914400"/>
            <a:ext cx="2578608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382512" y="914400"/>
            <a:ext cx="475488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31152" y="98755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31152" y="1316736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SKU sắp hết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31152" y="1572768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độ: CRITICAL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382512" y="1993392"/>
            <a:ext cx="2578608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82512" y="1993392"/>
            <a:ext cx="475488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931152" y="2066544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31152" y="2395728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SKU sắp hết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31152" y="2651760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độ: CRITICAL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82512" y="3072384"/>
            <a:ext cx="2578608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382512" y="3072384"/>
            <a:ext cx="475488" cy="9601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31152" y="3145536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931152" y="3474720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SKU sắp hết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31152" y="373075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độ: CAO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56032" y="4187952"/>
            <a:ext cx="8631936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84048" y="4206240"/>
            <a:ext cx="833932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quan trọng: Tồn kho tổng cao ≠ phân bổ tốt. KURTA có 114K units nhưng 1.103 SKU riêng lẻ gần cạn hàng — vấn đề nằm ở size và màu cụ thể.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Phân Bổ Doanh Thu Theo Địa Lý</a:t>
            </a:r>
            <a:endParaRPr lang="en-US" sz="1900" dirty="0"/>
          </a:p>
        </p:txBody>
      </p:sp>
      <p:pic>
        <p:nvPicPr>
          <p:cNvPr id="4" name="Image 0" descr="/home/claude/charts/chart5_st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41248"/>
            <a:ext cx="530352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42432" y="914400"/>
            <a:ext cx="3218688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42432" y="914400"/>
            <a:ext cx="512064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27648" y="969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Miền Nam Ấn Độ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27648" y="12801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DT  ·  KA+TG+TN+KL — vượt trội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42432" y="1920240"/>
            <a:ext cx="3218688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42432" y="1920240"/>
            <a:ext cx="512064" cy="8412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27648" y="19751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Miền Tây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27648" y="2286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DT  ·  Maharashtra dẫn đầu ₹12M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42432" y="2926080"/>
            <a:ext cx="3218688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42432" y="2926080"/>
            <a:ext cx="512064" cy="841248"/>
          </a:xfrm>
          <a:prstGeom prst="rect">
            <a:avLst/>
          </a:prstGeom>
          <a:solidFill>
            <a:srgbClr val="6B89C4"/>
          </a:solidFill>
          <a:ln w="12700">
            <a:solidFill>
              <a:srgbClr val="6B8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27648" y="2980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Miền Bắc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27648" y="3291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DT  ·  UP + Delhi cộng lại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42432" y="3931920"/>
            <a:ext cx="3218688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42432" y="3931920"/>
            <a:ext cx="512064" cy="8412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27648" y="39867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Miền Đông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27648" y="4297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DT  ·  West Bengal — tiềm năng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84048" y="4242816"/>
            <a:ext cx="83393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hội: Tamil Nadu và Kerala đơn hàng nhiều nhưng AOV thấp (₹603 vs TB ₹649) — thị trường sẵn sàng cho sản phẩm cao cấp hơn.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Tổng Hợp Phát Hiện Chính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92608" y="914400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914400"/>
            <a:ext cx="4206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2336" y="91440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Rủi ro tập trung doanh thu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" y="1371600"/>
            <a:ext cx="39502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+ Kurta = 77% DT. Một biến động thị trường nhỏ ở ethnic wear sẽ ảnh hưởng ngay đến toàn bộ doanh nghiệp.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91440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Xu hướng mùa vụ rõ ràng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82896" y="1371600"/>
            <a:ext cx="39502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4 là đỉnh (₹25.7M). Cần chuẩn bị hàng hóa và chiến dịch marketing 6–8 tuần trước mỗi năm.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2880360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" y="2880360"/>
            <a:ext cx="42062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288036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Giá thiếu nhất quán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" y="3337560"/>
            <a:ext cx="39502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 SKU (18.7%) có chênh lệch giá lên đến 47.2% giữa các sàn — xói mòn niềm tin thương hiệu.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206240" cy="384048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288036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Phân bổ tồn kho sai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82896" y="3337560"/>
            <a:ext cx="39502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(45%) và DRESS (44%) gần nửa số SKU sắp hết hàng — đe dọa trực tiếp doanh thu mùa cao điểm.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Khuyến Nghị Hành Động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8631936" cy="8869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603504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914400"/>
            <a:ext cx="603504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0976" y="9692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dạng hóa danh mục sản phẩm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" y="126187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động: Tăng 30–40 SKU Western Dress và Ethnic Dress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50976" y="149961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động: Giảm rủi ro tập trung từ 77% → &lt;65% trong 2 mùa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938528"/>
            <a:ext cx="8631936" cy="8869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1938528"/>
            <a:ext cx="603504" cy="8869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1938528"/>
            <a:ext cx="603504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19933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giá trên các nền tảng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" y="228600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động: Audit và đồng bộ MRP cho 242 SKU sai lệch (±2%)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50976" y="252374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động: Bảo vệ thương hiệu, ngăn khách hàng so giá giữa sàn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962656"/>
            <a:ext cx="8631936" cy="8869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962656"/>
            <a:ext cx="603504" cy="8869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" y="2962656"/>
            <a:ext cx="603504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017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tồn kho trước mùa cao điểm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" y="331012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động: Tái cơ cấu TOP và DRESS 8 tuần trước tháng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50976" y="354787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động: Tránh hết hàng trong tháng DT cao nhất — tiết kiệm ₹649×N đơn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3986784"/>
            <a:ext cx="8631936" cy="8869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3986784"/>
            <a:ext cx="603504" cy="886968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" y="3986784"/>
            <a:ext cx="603504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" y="40416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đầu tư marketing Miền Nam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976" y="433425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động: Tập trung ngân sách digital cho Tamil Nadu và Kerala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50976" y="457200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động: Tăng AOV từ ₹603 lên ₹649 — tiềm năng +₹357K/mùa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đã lắng nghe!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Dữ Liệu Bán Hàng Thương Mại Điện Tử Thời Trang  |  Dự án Tốt nghiệp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971800"/>
            <a:ext cx="1920240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0175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₹85.4M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3547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doanh thu phân tích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2971800"/>
            <a:ext cx="1920240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30175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3547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chính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2971800"/>
            <a:ext cx="1920240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30175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3547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nghị hành động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2971800"/>
            <a:ext cx="1920240" cy="1325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0" y="30175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3547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sử dụng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828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cụ: Power BI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970</Words>
  <Application>Microsoft Macintosh PowerPoint</Application>
  <PresentationFormat>On-screen Show (16:9)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Dữ Liệu Bán Hàng Thương Mại Điện Tử Thời Trang</dc:title>
  <dc:subject>PptxGenJS Presentation</dc:subject>
  <dc:creator>PptxGenJS</dc:creator>
  <cp:lastModifiedBy>Cuong1410 PhanVan</cp:lastModifiedBy>
  <cp:revision>2</cp:revision>
  <dcterms:created xsi:type="dcterms:W3CDTF">2026-03-15T02:21:30Z</dcterms:created>
  <dcterms:modified xsi:type="dcterms:W3CDTF">2026-03-15T14:53:17Z</dcterms:modified>
</cp:coreProperties>
</file>